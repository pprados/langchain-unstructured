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0B6055-5224-4213-915E-B754B35615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910662-BA07-475A-8076-E2B2A0DA19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éditer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format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du texte-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8080" y="5165280"/>
            <a:ext cx="319176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720" y="5165280"/>
            <a:ext cx="234576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C55391C5-79BD-42A7-9E13-AFA54F2143B0}" type="slidenum">
              <a: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2920" y="5165280"/>
            <a:ext cx="2345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éditer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format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du texte-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8080" y="5165280"/>
            <a:ext cx="319176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720" y="5165280"/>
            <a:ext cx="234576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9B46DE20-850F-421F-8526-20CE42F01BBC}" type="slidenum">
              <a: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2920" y="5165280"/>
            <a:ext cx="2345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Hello word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32720" y="1152000"/>
            <a:ext cx="9070920" cy="14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Bullet and sub bullet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Puce 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Puce 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Puce 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Puce 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914400" indent="-2286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Liberation Serif;Times New Roman"/>
              </a:rPr>
              <a:t>Puce 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"/>
          <p:cNvGraphicFramePr/>
          <p:nvPr/>
        </p:nvGraphicFramePr>
        <p:xfrm>
          <a:off x="2537280" y="2746080"/>
          <a:ext cx="5075280" cy="242712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Titre 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Titre 2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Titre 3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Titre 4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Cell 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Merge horizontal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Merge vertical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AAA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BBB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CCC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4680">
                <a:tc gridSpan="2" row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Merge box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 rowSpan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Def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hij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 vMerge="1" gridSpan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iii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jjj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 gridSpan="2"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puce1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Puce2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792000" y="2952360"/>
            <a:ext cx="1583280" cy="113904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7920360" y="3107880"/>
            <a:ext cx="1511280" cy="128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6876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Anot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her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2025-03-07T11:49:13Z</dcterms:created>
  <dc:creator/>
  <dc:description/>
  <dc:language>fr-FR</dc:language>
  <cp:lastModifiedBy/>
  <dcterms:modified xsi:type="dcterms:W3CDTF">2025-03-25T09:15:45Z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